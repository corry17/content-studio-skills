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这组页面只用于选择基调，不是实际汇报内容。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说明基调会同时影响语言、信息密度、配色和留白，而不只是换颜色。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结构仅作示例。实际制作尊重用户给定的章节、模板和评价要求。
来源：用户可自定义结构与基调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这组页面只用于选择基调，不是实际汇报内容。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说明基调会同时影响语言、信息密度、配色和留白，而不只是换颜色。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结构仅作示例。实际制作尊重用户给定的章节、模板和评价要求。
来源：用户可自定义结构与基调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这组页面只用于选择基调，不是实际汇报内容。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说明基调会同时影响语言、信息密度、配色和留白，而不只是换颜色。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结构仅作示例。实际制作尊重用户给定的章节、模板和评价要求。
来源：用户可自定义结构与基调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这组页面只用于选择基调，不是实际汇报内容。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说明基调会同时影响语言、信息密度、配色和留白，而不只是换颜色。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结构仅作示例。实际制作尊重用户给定的章节、模板和评价要求。
来源：用户可自定义结构与基调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这组页面只用于选择基调，不是实际汇报内容。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说明基调会同时影响语言、信息密度、配色和留白，而不只是换颜色。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结构仅作示例。实际制作尊重用户给定的章节、模板和评价要求。
来源：用户可自定义结构与基调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这组页面只用于选择基调，不是实际汇报内容。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说明基调会同时影响语言、信息密度、配色和留白，而不只是换颜色。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结构仅作示例。实际制作尊重用户给定的章节、模板和评价要求。
来源：用户可自定义结构与基调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这组页面只用于选择基调，不是实际汇报内容。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说明基调会同时影响语言、信息密度、配色和留白，而不只是换颜色。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结构仅作示例。实际制作尊重用户给定的章节、模板和评价要求。
来源：用户可自定义结构与基调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这组页面只用于选择基调，不是实际汇报内容。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说明基调会同时影响语言、信息密度、配色和留白，而不只是换颜色。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结构仅作示例。实际制作尊重用户给定的章节、模板和评价要求。
来源：用户可自定义结构与基调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这组页面只用于选择基调，不是实际汇报内容。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说明基调会同时影响语言、信息密度、配色和留白，而不只是换颜色。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结构仅作示例。实际制作尊重用户给定的章节、模板和评价要求。
来源：用户可自定义结构与基调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这组页面只用于选择基调，不是实际汇报内容。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说明基调会同时影响语言、信息密度、配色和留白，而不只是换颜色。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结构仅作示例。实际制作尊重用户给定的章节、模板和评价要求。
来源：用户可自定义结构与基调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这组页面只用于选择基调，不是实际汇报内容。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说明基调会同时影响语言、信息密度、配色和留白，而不只是换颜色。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结构仅作示例。实际制作尊重用户给定的章节、模板和评价要求。
来源：用户可自定义结构与基调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这组页面只用于选择基调，不是实际汇报内容。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说明基调会同时影响语言、信息密度、配色和留白，而不只是换颜色。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结构仅作示例。实际制作尊重用户给定的章节、模板和评价要求。
来源：用户可自定义结构与基调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36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4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学术白蓝</a:t>
            </a:r>
            <a:endParaRPr lang="en-US" sz="1800" dirty="0"/>
          </a:p>
        </p:txBody>
      </p:sp>
      <p:sp>
        <p:nvSpPr>
          <p:cNvPr id="5" name="slide-title"/>
          <p:cNvSpPr/>
          <p:nvPr/>
        </p:nvSpPr>
        <p:spPr>
          <a:xfrm>
            <a:off x="594360" y="1965960"/>
            <a:ext cx="1100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44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让内容清楚，让证据可信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402336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 · 同内容基调样张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清晰表达，不需要过多装饰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4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先明确听众需要理解或决定的问题。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4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每页围绕一个观点，用材料和证据支撑。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361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4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61688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把复杂细节放入备注与附录，保持放映可读。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用户可自定义结构与基调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汇报与答辩，各有重点</a:t>
            </a:r>
            <a:endParaRPr lang="en-US" sz="3200" dirty="0"/>
          </a:p>
        </p:txBody>
      </p:sp>
      <p:sp>
        <p:nvSpPr>
          <p:cNvPr id="5" name="column-panel"/>
          <p:cNvSpPr/>
          <p:nvPr/>
        </p:nvSpPr>
        <p:spPr>
          <a:xfrm>
            <a:off x="548640" y="1783080"/>
            <a:ext cx="5364480" cy="3867912"/>
          </a:xfrm>
          <a:prstGeom prst="rect">
            <a:avLst/>
          </a:prstGeom>
          <a:solidFill>
            <a:srgbClr val="EEF3F8"/>
          </a:solidFill>
          <a:ln w="9525">
            <a:solidFill>
              <a:srgbClr val="EEF3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4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目标、进展与结果。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问题、原因与风险。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下一步和需要的支持。</a:t>
            </a:r>
            <a:endParaRPr lang="en-US" sz="2200" dirty="0"/>
          </a:p>
        </p:txBody>
      </p:sp>
      <p:sp>
        <p:nvSpPr>
          <p:cNvPr id="10" name="column-panel"/>
          <p:cNvSpPr/>
          <p:nvPr/>
        </p:nvSpPr>
        <p:spPr>
          <a:xfrm>
            <a:off x="6278880" y="1783080"/>
            <a:ext cx="5364480" cy="3867912"/>
          </a:xfrm>
          <a:prstGeom prst="rect">
            <a:avLst/>
          </a:prstGeom>
          <a:solidFill>
            <a:srgbClr val="EEF3F8"/>
          </a:solidFill>
          <a:ln w="9525">
            <a:solidFill>
              <a:srgbClr val="EEF3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48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4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研究答辩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0748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问题、方法与证据。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748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贡献、边界与局限。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0748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备选解释与后续研究。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63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963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36</a:t>
            </a:r>
            <a:endParaRPr lang="en-US" sz="1100" dirty="0"/>
          </a:p>
        </p:txBody>
      </p:sp>
      <p:sp>
        <p:nvSpPr>
          <p:cNvPr id="4" name="cover-panel"/>
          <p:cNvSpPr/>
          <p:nvPr/>
        </p:nvSpPr>
        <p:spPr>
          <a:xfrm>
            <a:off x="365760" y="1005840"/>
            <a:ext cx="11460480" cy="4617720"/>
          </a:xfrm>
          <a:prstGeom prst="rect">
            <a:avLst/>
          </a:prstGeom>
          <a:solidFill>
            <a:srgbClr val="EFF1F4"/>
          </a:solidFill>
          <a:ln w="12700">
            <a:solidFill>
              <a:srgbClr val="EFF1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A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商务灰蓝</a:t>
            </a:r>
            <a:endParaRPr lang="en-US" sz="1800" dirty="0"/>
          </a:p>
        </p:txBody>
      </p:sp>
      <p:sp>
        <p:nvSpPr>
          <p:cNvPr id="6" name="slide-title"/>
          <p:cNvSpPr/>
          <p:nvPr/>
        </p:nvSpPr>
        <p:spPr>
          <a:xfrm>
            <a:off x="594360" y="1965960"/>
            <a:ext cx="1100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A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让内容清楚，让证据可信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402336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5963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 · 同内容基调样张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63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963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清晰表达，不需要过多装饰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先明确听众需要理解或决定的问题。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每页围绕一个观点，用材料和证据支撑。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361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61688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把复杂细节放入备注与附录，保持放映可读。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63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用户可自定义结构与基调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963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汇报与答辩，各有重点</a:t>
            </a:r>
            <a:endParaRPr lang="en-US" sz="3200" dirty="0"/>
          </a:p>
        </p:txBody>
      </p:sp>
      <p:sp>
        <p:nvSpPr>
          <p:cNvPr id="5" name="column-panel"/>
          <p:cNvSpPr/>
          <p:nvPr/>
        </p:nvSpPr>
        <p:spPr>
          <a:xfrm>
            <a:off x="548640" y="1783080"/>
            <a:ext cx="5364480" cy="3867912"/>
          </a:xfrm>
          <a:prstGeom prst="rect">
            <a:avLst/>
          </a:prstGeom>
          <a:solidFill>
            <a:srgbClr val="EFF1F4"/>
          </a:solidFill>
          <a:ln w="9525">
            <a:solidFill>
              <a:srgbClr val="EFF1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A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目标、进展与结果。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问题、原因与风险。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下一步和需要的支持。</a:t>
            </a:r>
            <a:endParaRPr lang="en-US" sz="2200" dirty="0"/>
          </a:p>
        </p:txBody>
      </p:sp>
      <p:sp>
        <p:nvSpPr>
          <p:cNvPr id="10" name="column-panel"/>
          <p:cNvSpPr/>
          <p:nvPr/>
        </p:nvSpPr>
        <p:spPr>
          <a:xfrm>
            <a:off x="6278880" y="1783080"/>
            <a:ext cx="5364480" cy="3867912"/>
          </a:xfrm>
          <a:prstGeom prst="rect">
            <a:avLst/>
          </a:prstGeom>
          <a:solidFill>
            <a:srgbClr val="EFF1F4"/>
          </a:solidFill>
          <a:ln w="9525">
            <a:solidFill>
              <a:srgbClr val="EF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48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A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研究答辩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0748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问题、方法与证据。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748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贡献、边界与局限。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0748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备选解释与后续研究。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60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960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36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955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温和米白</a:t>
            </a:r>
            <a:endParaRPr lang="en-US" sz="1800" dirty="0"/>
          </a:p>
        </p:txBody>
      </p:sp>
      <p:sp>
        <p:nvSpPr>
          <p:cNvPr id="5" name="slide-title"/>
          <p:cNvSpPr/>
          <p:nvPr/>
        </p:nvSpPr>
        <p:spPr>
          <a:xfrm>
            <a:off x="594360" y="1965960"/>
            <a:ext cx="1100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955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让内容清楚，让证据可信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402336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960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 · 同内容基调样张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60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960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02E2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清晰表达，不需要过多装饰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955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先明确听众需要理解或决定的问题。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955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每页围绕一个观点，用材料和证据支撑。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361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955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61688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把复杂细节放入备注与附录，保持放映可读。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60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用户可自定义结构与基调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960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02E2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汇报与答辩，各有重点</a:t>
            </a:r>
            <a:endParaRPr lang="en-US" sz="3200" dirty="0"/>
          </a:p>
        </p:txBody>
      </p:sp>
      <p:sp>
        <p:nvSpPr>
          <p:cNvPr id="5" name="column-panel"/>
          <p:cNvSpPr/>
          <p:nvPr/>
        </p:nvSpPr>
        <p:spPr>
          <a:xfrm>
            <a:off x="548640" y="1783080"/>
            <a:ext cx="5364480" cy="3867912"/>
          </a:xfrm>
          <a:prstGeom prst="rect">
            <a:avLst/>
          </a:prstGeom>
          <a:solidFill>
            <a:srgbClr val="EEE9DF"/>
          </a:solidFill>
          <a:ln w="9525">
            <a:solidFill>
              <a:srgbClr val="EEE9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955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工作汇报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目标、进展与结果。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问题、原因与风险。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下一步和需要的支持。</a:t>
            </a:r>
            <a:endParaRPr lang="en-US" sz="2200" dirty="0"/>
          </a:p>
        </p:txBody>
      </p:sp>
      <p:sp>
        <p:nvSpPr>
          <p:cNvPr id="10" name="column-panel"/>
          <p:cNvSpPr/>
          <p:nvPr/>
        </p:nvSpPr>
        <p:spPr>
          <a:xfrm>
            <a:off x="6278880" y="1783080"/>
            <a:ext cx="5364480" cy="3867912"/>
          </a:xfrm>
          <a:prstGeom prst="rect">
            <a:avLst/>
          </a:prstGeom>
          <a:solidFill>
            <a:srgbClr val="EEE9DF"/>
          </a:solidFill>
          <a:ln w="9525">
            <a:solidFill>
              <a:srgbClr val="EEE9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48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955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研究答辩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0748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问题、方法与证据。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748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贡献、边界与局限。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0748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备选解释与后续研究。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36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6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沉稳青绿</a:t>
            </a:r>
            <a:endParaRPr lang="en-US" sz="1800" dirty="0"/>
          </a:p>
        </p:txBody>
      </p:sp>
      <p:sp>
        <p:nvSpPr>
          <p:cNvPr id="5" name="slide-title"/>
          <p:cNvSpPr/>
          <p:nvPr/>
        </p:nvSpPr>
        <p:spPr>
          <a:xfrm>
            <a:off x="594360" y="1965960"/>
            <a:ext cx="1100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56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让内容清楚，让证据可信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402336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56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 · 同内容基调样张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清晰表达，不需要过多装饰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56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先明确听众需要理解或决定的问题。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56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每页围绕一个观点，用材料和证据支撑。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361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56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61688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把复杂细节放入备注与附录，保持放映可读。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用户可自定义结构与基调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汇报与答辩，各有重点</a:t>
            </a:r>
            <a:endParaRPr lang="en-US" sz="3200" dirty="0"/>
          </a:p>
        </p:txBody>
      </p:sp>
      <p:sp>
        <p:nvSpPr>
          <p:cNvPr id="5" name="column-panel"/>
          <p:cNvSpPr/>
          <p:nvPr/>
        </p:nvSpPr>
        <p:spPr>
          <a:xfrm>
            <a:off x="548640" y="1783080"/>
            <a:ext cx="5364480" cy="3867912"/>
          </a:xfrm>
          <a:prstGeom prst="rect">
            <a:avLst/>
          </a:prstGeom>
          <a:solidFill>
            <a:srgbClr val="FFFFFF"/>
          </a:solidFill>
          <a:ln w="9525">
            <a:solidFill>
              <a:srgbClr val="5666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6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目标、进展与结果。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问题、原因与风险。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下一步和需要的支持。</a:t>
            </a:r>
            <a:endParaRPr lang="en-US" sz="2200" dirty="0"/>
          </a:p>
        </p:txBody>
      </p:sp>
      <p:sp>
        <p:nvSpPr>
          <p:cNvPr id="10" name="column-panel"/>
          <p:cNvSpPr/>
          <p:nvPr/>
        </p:nvSpPr>
        <p:spPr>
          <a:xfrm>
            <a:off x="6278880" y="1783080"/>
            <a:ext cx="5364480" cy="3867912"/>
          </a:xfrm>
          <a:prstGeom prst="rect">
            <a:avLst/>
          </a:prstGeom>
          <a:solidFill>
            <a:srgbClr val="FFFFFF"/>
          </a:solidFill>
          <a:ln w="9525">
            <a:solidFill>
              <a:srgbClr val="5666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48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6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研究答辩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0748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问题、方法与证据。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748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贡献、边界与局限。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0748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备选解释与后续研究。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36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03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黑白极简</a:t>
            </a:r>
            <a:endParaRPr lang="en-US" sz="1800" dirty="0"/>
          </a:p>
        </p:txBody>
      </p:sp>
      <p:sp>
        <p:nvSpPr>
          <p:cNvPr id="5" name="slide-title"/>
          <p:cNvSpPr/>
          <p:nvPr/>
        </p:nvSpPr>
        <p:spPr>
          <a:xfrm>
            <a:off x="594360" y="1965960"/>
            <a:ext cx="1100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03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让内容清楚，让证据可信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402336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25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 · 同内容基调样张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清晰表达，不需要过多装饰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03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先明确听众需要理解或决定的问题。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03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每页围绕一个观点，用材料和证据支撑。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361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03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61688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把复杂细节放入备注与附录，保持放映可读。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用户可自定义结构与基调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汇报与答辩，各有重点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03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目标、进展与结果。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问题、原因与风险。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下一步和需要的支持。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0748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03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研究答辩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0748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问题、方法与证据。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0748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贡献、边界与局限。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0748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备选解释与后续研究。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5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95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36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52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学院酒红</a:t>
            </a:r>
            <a:endParaRPr lang="en-US" sz="1800" dirty="0"/>
          </a:p>
        </p:txBody>
      </p:sp>
      <p:sp>
        <p:nvSpPr>
          <p:cNvPr id="5" name="slide-title"/>
          <p:cNvSpPr/>
          <p:nvPr/>
        </p:nvSpPr>
        <p:spPr>
          <a:xfrm>
            <a:off x="594360" y="1965960"/>
            <a:ext cx="1100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52D4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让内容清楚，让证据可信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402336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695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 · 同内容基调样张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5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95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F252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清晰表达，不需要过多装饰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52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F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先明确听众需要理解或决定的问题。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52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F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每页围绕一个观点，用材料和证据支撑。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361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52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61688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F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把复杂细节放入备注与附录，保持放映可读。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5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用户可自定义结构与基调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95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F252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汇报与答辩，各有重点</a:t>
            </a:r>
            <a:endParaRPr lang="en-US" sz="3200" dirty="0"/>
          </a:p>
        </p:txBody>
      </p:sp>
      <p:sp>
        <p:nvSpPr>
          <p:cNvPr id="5" name="column-panel"/>
          <p:cNvSpPr/>
          <p:nvPr/>
        </p:nvSpPr>
        <p:spPr>
          <a:xfrm>
            <a:off x="548640" y="1783080"/>
            <a:ext cx="5364480" cy="3867912"/>
          </a:xfrm>
          <a:prstGeom prst="rect">
            <a:avLst/>
          </a:prstGeom>
          <a:solidFill>
            <a:srgbClr val="FFFEFC"/>
          </a:solidFill>
          <a:ln w="9525">
            <a:solidFill>
              <a:srgbClr val="6953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52D4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工作汇报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F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目标、进展与结果。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F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问题、原因与风险。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F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下一步和需要的支持。</a:t>
            </a:r>
            <a:endParaRPr lang="en-US" sz="2200" dirty="0"/>
          </a:p>
        </p:txBody>
      </p:sp>
      <p:sp>
        <p:nvSpPr>
          <p:cNvPr id="10" name="column-panel"/>
          <p:cNvSpPr/>
          <p:nvPr/>
        </p:nvSpPr>
        <p:spPr>
          <a:xfrm>
            <a:off x="6278880" y="1783080"/>
            <a:ext cx="5364480" cy="3867912"/>
          </a:xfrm>
          <a:prstGeom prst="rect">
            <a:avLst/>
          </a:prstGeom>
          <a:solidFill>
            <a:srgbClr val="FFFEFC"/>
          </a:solidFill>
          <a:ln w="9525">
            <a:solidFill>
              <a:srgbClr val="6953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48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52D4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研究答辩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0748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F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问题、方法与证据。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748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F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贡献、边界与局限。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0748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F2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备选解释与后续研究。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36</a:t>
            </a:r>
            <a:endParaRPr lang="en-US" sz="1100" dirty="0"/>
          </a:p>
        </p:txBody>
      </p:sp>
      <p:sp>
        <p:nvSpPr>
          <p:cNvPr id="4" name="cover-panel"/>
          <p:cNvSpPr/>
          <p:nvPr/>
        </p:nvSpPr>
        <p:spPr>
          <a:xfrm>
            <a:off x="365760" y="1005840"/>
            <a:ext cx="11460480" cy="4617720"/>
          </a:xfrm>
          <a:prstGeom prst="rect">
            <a:avLst/>
          </a:prstGeom>
          <a:solidFill>
            <a:srgbClr val="EDF0F8"/>
          </a:solidFill>
          <a:ln w="12700">
            <a:solidFill>
              <a:srgbClr val="EDF0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理性靛蓝</a:t>
            </a:r>
            <a:endParaRPr lang="en-US" sz="1800" dirty="0"/>
          </a:p>
        </p:txBody>
      </p:sp>
      <p:sp>
        <p:nvSpPr>
          <p:cNvPr id="6" name="slide-title"/>
          <p:cNvSpPr/>
          <p:nvPr/>
        </p:nvSpPr>
        <p:spPr>
          <a:xfrm>
            <a:off x="594360" y="1965960"/>
            <a:ext cx="1100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44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让内容清楚，让证据可信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402336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56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 · 同内容基调样张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清晰表达，不需要过多装饰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44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4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先明确听众需要理解或决定的问题。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44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4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每页围绕一个观点，用材料和证据支撑。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361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44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61688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4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把复杂细节放入备注与附录，保持放映可读。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用户可自定义结构与基调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汇报与答辩，各有重点</a:t>
            </a:r>
            <a:endParaRPr lang="en-US" sz="3200" dirty="0"/>
          </a:p>
        </p:txBody>
      </p:sp>
      <p:sp>
        <p:nvSpPr>
          <p:cNvPr id="5" name="column-panel"/>
          <p:cNvSpPr/>
          <p:nvPr/>
        </p:nvSpPr>
        <p:spPr>
          <a:xfrm>
            <a:off x="548640" y="1783080"/>
            <a:ext cx="5364480" cy="3867912"/>
          </a:xfrm>
          <a:prstGeom prst="rect">
            <a:avLst/>
          </a:prstGeom>
          <a:solidFill>
            <a:srgbClr val="EDF0F8"/>
          </a:solidFill>
          <a:ln w="9525">
            <a:solidFill>
              <a:srgbClr val="EDF0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44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目标、进展与结果。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问题、原因与风险。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下一步和需要的支持。</a:t>
            </a:r>
            <a:endParaRPr lang="en-US" sz="2200" dirty="0"/>
          </a:p>
        </p:txBody>
      </p:sp>
      <p:sp>
        <p:nvSpPr>
          <p:cNvPr id="10" name="column-panel"/>
          <p:cNvSpPr/>
          <p:nvPr/>
        </p:nvSpPr>
        <p:spPr>
          <a:xfrm>
            <a:off x="6278880" y="1783080"/>
            <a:ext cx="5364480" cy="3867912"/>
          </a:xfrm>
          <a:prstGeom prst="rect">
            <a:avLst/>
          </a:prstGeom>
          <a:solidFill>
            <a:srgbClr val="EDF0F8"/>
          </a:solidFill>
          <a:ln w="9525">
            <a:solidFill>
              <a:srgbClr val="EDF0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48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44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研究答辩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0748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问题、方法与证据。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748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贡献、边界与局限。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0748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备选解释与后续研究。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0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36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61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清朗青蓝</a:t>
            </a:r>
            <a:endParaRPr lang="en-US" sz="1800" dirty="0"/>
          </a:p>
        </p:txBody>
      </p:sp>
      <p:sp>
        <p:nvSpPr>
          <p:cNvPr id="5" name="slide-title"/>
          <p:cNvSpPr/>
          <p:nvPr/>
        </p:nvSpPr>
        <p:spPr>
          <a:xfrm>
            <a:off x="594360" y="1965960"/>
            <a:ext cx="1100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61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让内容清楚，让证据可信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402336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0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 · 同内容基调样张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0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03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清晰表达，不需要过多装饰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1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03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先明确听众需要理解或决定的问题。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1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03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每页围绕一个观点，用材料和证据支撑。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361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1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61688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03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把复杂细节放入备注与附录，保持放映可读。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0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用户可自定义结构与基调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03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汇报与答辩，各有重点</a:t>
            </a:r>
            <a:endParaRPr lang="en-US" sz="3200" dirty="0"/>
          </a:p>
        </p:txBody>
      </p:sp>
      <p:sp>
        <p:nvSpPr>
          <p:cNvPr id="5" name="column-panel"/>
          <p:cNvSpPr/>
          <p:nvPr/>
        </p:nvSpPr>
        <p:spPr>
          <a:xfrm>
            <a:off x="548640" y="1783080"/>
            <a:ext cx="5364480" cy="3867912"/>
          </a:xfrm>
          <a:prstGeom prst="rect">
            <a:avLst/>
          </a:prstGeom>
          <a:solidFill>
            <a:srgbClr val="FFFFFF"/>
          </a:solidFill>
          <a:ln w="9525">
            <a:solidFill>
              <a:srgbClr val="5065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1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03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目标、进展与结果。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03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问题、原因与风险。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03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下一步和需要的支持。</a:t>
            </a:r>
            <a:endParaRPr lang="en-US" sz="2200" dirty="0"/>
          </a:p>
        </p:txBody>
      </p:sp>
      <p:sp>
        <p:nvSpPr>
          <p:cNvPr id="10" name="column-panel"/>
          <p:cNvSpPr/>
          <p:nvPr/>
        </p:nvSpPr>
        <p:spPr>
          <a:xfrm>
            <a:off x="6278880" y="1783080"/>
            <a:ext cx="5364480" cy="3867912"/>
          </a:xfrm>
          <a:prstGeom prst="rect">
            <a:avLst/>
          </a:prstGeom>
          <a:solidFill>
            <a:srgbClr val="FFFFFF"/>
          </a:solidFill>
          <a:ln w="9525">
            <a:solidFill>
              <a:srgbClr val="5065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48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1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研究答辩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0748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03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问题、方法与证据。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748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03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贡献、边界与局限。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0748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03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备选解释与后续研究。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5E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65E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36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86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岩砂暖灰</a:t>
            </a:r>
            <a:endParaRPr lang="en-US" sz="1800" dirty="0"/>
          </a:p>
        </p:txBody>
      </p:sp>
      <p:sp>
        <p:nvSpPr>
          <p:cNvPr id="5" name="slide-title"/>
          <p:cNvSpPr/>
          <p:nvPr/>
        </p:nvSpPr>
        <p:spPr>
          <a:xfrm>
            <a:off x="594360" y="1965960"/>
            <a:ext cx="1100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8604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让内容清楚，让证据可信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402336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665E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 · 同内容基调样张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5E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65E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32F2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清晰表达，不需要过多装饰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86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32F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先明确听众需要理解或决定的问题。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86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32F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每页围绕一个观点，用材料和证据支撑。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361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86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61688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32F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把复杂细节放入备注与附录，保持放映可读。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5E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用户可自定义结构与基调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65E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32F2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汇报与答辩，各有重点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8604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工作汇报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32F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目标、进展与结果。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32F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问题、原因与风险。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32F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下一步和需要的支持。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0748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8604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研究答辩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0748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32F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问题、方法与证据。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0748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32F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贡献、边界与局限。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0748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32F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备选解释与后续研究。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/ 36</a:t>
            </a:r>
            <a:endParaRPr lang="en-US" sz="1100" dirty="0"/>
          </a:p>
        </p:txBody>
      </p:sp>
      <p:sp>
        <p:nvSpPr>
          <p:cNvPr id="4" name="cover-panel"/>
          <p:cNvSpPr/>
          <p:nvPr/>
        </p:nvSpPr>
        <p:spPr>
          <a:xfrm>
            <a:off x="365760" y="1005840"/>
            <a:ext cx="11460480" cy="4617720"/>
          </a:xfrm>
          <a:prstGeom prst="rect">
            <a:avLst/>
          </a:prstGeom>
          <a:solidFill>
            <a:srgbClr val="EEF1E5"/>
          </a:solidFill>
          <a:ln w="12700">
            <a:solidFill>
              <a:srgbClr val="EEF1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56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橄榄纸白</a:t>
            </a:r>
            <a:endParaRPr lang="en-US" sz="1800" dirty="0"/>
          </a:p>
        </p:txBody>
      </p:sp>
      <p:sp>
        <p:nvSpPr>
          <p:cNvPr id="6" name="slide-title"/>
          <p:cNvSpPr/>
          <p:nvPr/>
        </p:nvSpPr>
        <p:spPr>
          <a:xfrm>
            <a:off x="594360" y="1965960"/>
            <a:ext cx="1100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5566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让内容清楚，让证据可信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402336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5D6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 · 同内容基调样张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1372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清晰表达，不需要过多装饰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56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13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先明确听众需要理解或决定的问题。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56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13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每页围绕一个观点，用材料和证据支撑。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361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56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61688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13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把复杂细节放入备注与附录，保持放映可读。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用户可自定义结构与基调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1372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汇报与答辩，各有重点</a:t>
            </a:r>
            <a:endParaRPr lang="en-US" sz="3200" dirty="0"/>
          </a:p>
        </p:txBody>
      </p:sp>
      <p:sp>
        <p:nvSpPr>
          <p:cNvPr id="5" name="column-panel"/>
          <p:cNvSpPr/>
          <p:nvPr/>
        </p:nvSpPr>
        <p:spPr>
          <a:xfrm>
            <a:off x="548640" y="1783080"/>
            <a:ext cx="5364480" cy="3867912"/>
          </a:xfrm>
          <a:prstGeom prst="rect">
            <a:avLst/>
          </a:prstGeom>
          <a:solidFill>
            <a:srgbClr val="EEF1E5"/>
          </a:solidFill>
          <a:ln w="9525">
            <a:solidFill>
              <a:srgbClr val="EEF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566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工作汇报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13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目标、进展与结果。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13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问题、原因与风险。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13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下一步和需要的支持。</a:t>
            </a:r>
            <a:endParaRPr lang="en-US" sz="2200" dirty="0"/>
          </a:p>
        </p:txBody>
      </p:sp>
      <p:sp>
        <p:nvSpPr>
          <p:cNvPr id="10" name="column-panel"/>
          <p:cNvSpPr/>
          <p:nvPr/>
        </p:nvSpPr>
        <p:spPr>
          <a:xfrm>
            <a:off x="6278880" y="1783080"/>
            <a:ext cx="5364480" cy="3867912"/>
          </a:xfrm>
          <a:prstGeom prst="rect">
            <a:avLst/>
          </a:prstGeom>
          <a:solidFill>
            <a:srgbClr val="EEF1E5"/>
          </a:solidFill>
          <a:ln w="9525">
            <a:solidFill>
              <a:srgbClr val="EEF1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48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566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研究答辩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0748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13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问题、方法与证据。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748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13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贡献、边界与局限。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0748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13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备选解释与后续研究。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 / 36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3F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藏蓝聚焦</a:t>
            </a:r>
            <a:endParaRPr lang="en-US" sz="1800" dirty="0"/>
          </a:p>
        </p:txBody>
      </p:sp>
      <p:sp>
        <p:nvSpPr>
          <p:cNvPr id="5" name="slide-title"/>
          <p:cNvSpPr/>
          <p:nvPr/>
        </p:nvSpPr>
        <p:spPr>
          <a:xfrm>
            <a:off x="594360" y="1965960"/>
            <a:ext cx="1100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3F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让内容清楚，让证据可信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402336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2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 · 同内容基调样张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清晰表达，不需要过多装饰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63F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F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先明确听众需要理解或决定的问题。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63F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F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每页围绕一个观点，用材料和证据支撑。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361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63F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61688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F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把复杂细节放入备注与附录，保持放映可读。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用户可自定义结构与基调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汇报与答辩，各有重点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3F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目标、进展与结果。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问题、原因与风险。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下一步和需要的支持。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0748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3F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研究答辩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0748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问题、方法与证据。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0748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贡献、边界与局限。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0748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备选解释与后续研究。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68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868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/ 36</a:t>
            </a:r>
            <a:endParaRPr lang="en-US" sz="1100" dirty="0"/>
          </a:p>
        </p:txBody>
      </p:sp>
      <p:sp>
        <p:nvSpPr>
          <p:cNvPr id="4" name="cover-panel"/>
          <p:cNvSpPr/>
          <p:nvPr/>
        </p:nvSpPr>
        <p:spPr>
          <a:xfrm>
            <a:off x="365760" y="1005840"/>
            <a:ext cx="11460480" cy="4617720"/>
          </a:xfrm>
          <a:prstGeom prst="rect">
            <a:avLst/>
          </a:prstGeom>
          <a:solidFill>
            <a:srgbClr val="EAF0F5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D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钢蓝工程</a:t>
            </a:r>
            <a:endParaRPr lang="en-US" sz="1800" dirty="0"/>
          </a:p>
        </p:txBody>
      </p:sp>
      <p:sp>
        <p:nvSpPr>
          <p:cNvPr id="6" name="slide-title"/>
          <p:cNvSpPr/>
          <p:nvPr/>
        </p:nvSpPr>
        <p:spPr>
          <a:xfrm>
            <a:off x="594360" y="1965960"/>
            <a:ext cx="1100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D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让内容清楚，让证据可信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402336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5868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 · 同内容基调样张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68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868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533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清晰表达，不需要过多装饰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D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533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先明确听众需要理解或决定的问题。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D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533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每页围绕一个观点，用材料和证据支撑。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361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D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61688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533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把复杂细节放入备注与附录，保持放映可读。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68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用户可自定义结构与基调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868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 / 36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533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汇报与答辩，各有重点</a:t>
            </a:r>
            <a:endParaRPr lang="en-US" sz="3200" dirty="0"/>
          </a:p>
        </p:txBody>
      </p:sp>
      <p:sp>
        <p:nvSpPr>
          <p:cNvPr id="5" name="column-panel"/>
          <p:cNvSpPr/>
          <p:nvPr/>
        </p:nvSpPr>
        <p:spPr>
          <a:xfrm>
            <a:off x="548640" y="1783080"/>
            <a:ext cx="5364480" cy="3867912"/>
          </a:xfrm>
          <a:prstGeom prst="rect">
            <a:avLst/>
          </a:prstGeom>
          <a:solidFill>
            <a:srgbClr val="F8FAFC"/>
          </a:solidFill>
          <a:ln w="9525">
            <a:solidFill>
              <a:srgbClr val="5868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D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33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目标、进展与结果。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33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问题、原因与风险。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33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下一步和需要的支持。</a:t>
            </a:r>
            <a:endParaRPr lang="en-US" sz="2200" dirty="0"/>
          </a:p>
        </p:txBody>
      </p:sp>
      <p:sp>
        <p:nvSpPr>
          <p:cNvPr id="10" name="column-panel"/>
          <p:cNvSpPr/>
          <p:nvPr/>
        </p:nvSpPr>
        <p:spPr>
          <a:xfrm>
            <a:off x="6278880" y="1783080"/>
            <a:ext cx="5364480" cy="3867912"/>
          </a:xfrm>
          <a:prstGeom prst="rect">
            <a:avLst/>
          </a:prstGeom>
          <a:solidFill>
            <a:srgbClr val="F8FAFC"/>
          </a:solidFill>
          <a:ln w="9525">
            <a:solidFill>
              <a:srgbClr val="5868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48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D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研究答辩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0748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33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问题、方法与证据。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748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33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贡献、边界与局限。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0748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33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备选解释与后续研究。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我的汇报或答辩</dc:title>
  <dc:subject>填写汇报、答辩或其他用途</dc:subject>
  <dc:creator/>
  <cp:lastModifiedBy/>
  <cp:revision>1</cp:revision>
  <dcterms:created xsi:type="dcterms:W3CDTF">2026-09-11T11:11:40Z</dcterms:created>
  <dcterms:modified xsi:type="dcterms:W3CDTF">2026-09-11T11:11:40Z</dcterms:modified>
</cp:coreProperties>
</file>